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4" r:id="rId9"/>
    <p:sldId id="266" r:id="rId10"/>
    <p:sldId id="267" r:id="rId11"/>
    <p:sldId id="268" r:id="rId12"/>
    <p:sldId id="265" r:id="rId13"/>
  </p:sldIdLst>
  <p:sldSz cx="137160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F8C87D-C143-430C-AB74-C2FDCAE6B5FE}" v="96" dt="2019-04-26T10:41:24.6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8" autoAdjust="0"/>
    <p:restoredTop sz="94660"/>
  </p:normalViewPr>
  <p:slideViewPr>
    <p:cSldViewPr snapToGrid="0">
      <p:cViewPr varScale="1">
        <p:scale>
          <a:sx n="90" d="100"/>
          <a:sy n="90" d="100"/>
        </p:scale>
        <p:origin x="9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c Ward" userId="8a6b6e81487c01eb" providerId="LiveId" clId="{5EF8C87D-C143-430C-AB74-C2FDCAE6B5FE}"/>
    <pc:docChg chg="undo custSel addSld delSld modSld">
      <pc:chgData name="Mac Ward" userId="8a6b6e81487c01eb" providerId="LiveId" clId="{5EF8C87D-C143-430C-AB74-C2FDCAE6B5FE}" dt="2019-04-26T10:41:48.346" v="197" actId="122"/>
      <pc:docMkLst>
        <pc:docMk/>
      </pc:docMkLst>
      <pc:sldChg chg="modSp">
        <pc:chgData name="Mac Ward" userId="8a6b6e81487c01eb" providerId="LiveId" clId="{5EF8C87D-C143-430C-AB74-C2FDCAE6B5FE}" dt="2019-04-26T09:47:41.738" v="131" actId="20577"/>
        <pc:sldMkLst>
          <pc:docMk/>
          <pc:sldMk cId="2578171886" sldId="256"/>
        </pc:sldMkLst>
        <pc:spChg chg="mod">
          <ac:chgData name="Mac Ward" userId="8a6b6e81487c01eb" providerId="LiveId" clId="{5EF8C87D-C143-430C-AB74-C2FDCAE6B5FE}" dt="2019-04-26T09:47:41.738" v="131" actId="20577"/>
          <ac:spMkLst>
            <pc:docMk/>
            <pc:sldMk cId="2578171886" sldId="256"/>
            <ac:spMk id="3" creationId="{096392BD-E6C3-4C07-8920-6E228B0E6CEC}"/>
          </ac:spMkLst>
        </pc:spChg>
      </pc:sldChg>
      <pc:sldChg chg="addSp modSp add">
        <pc:chgData name="Mac Ward" userId="8a6b6e81487c01eb" providerId="LiveId" clId="{5EF8C87D-C143-430C-AB74-C2FDCAE6B5FE}" dt="2019-04-19T13:29:27.641" v="17"/>
        <pc:sldMkLst>
          <pc:docMk/>
          <pc:sldMk cId="542355789" sldId="261"/>
        </pc:sldMkLst>
        <pc:spChg chg="add mod">
          <ac:chgData name="Mac Ward" userId="8a6b6e81487c01eb" providerId="LiveId" clId="{5EF8C87D-C143-430C-AB74-C2FDCAE6B5FE}" dt="2019-04-19T13:28:33.040" v="8" actId="1076"/>
          <ac:spMkLst>
            <pc:docMk/>
            <pc:sldMk cId="542355789" sldId="261"/>
            <ac:spMk id="2" creationId="{BCB0822B-961C-4A39-9F3B-DE57288FE427}"/>
          </ac:spMkLst>
        </pc:spChg>
        <pc:spChg chg="add mod">
          <ac:chgData name="Mac Ward" userId="8a6b6e81487c01eb" providerId="LiveId" clId="{5EF8C87D-C143-430C-AB74-C2FDCAE6B5FE}" dt="2019-04-19T13:29:27.641" v="17"/>
          <ac:spMkLst>
            <pc:docMk/>
            <pc:sldMk cId="542355789" sldId="261"/>
            <ac:spMk id="4" creationId="{9D9C7C75-9AC6-47E1-A7AD-89ADE40EFF70}"/>
          </ac:spMkLst>
        </pc:spChg>
        <pc:picChg chg="add mod">
          <ac:chgData name="Mac Ward" userId="8a6b6e81487c01eb" providerId="LiveId" clId="{5EF8C87D-C143-430C-AB74-C2FDCAE6B5FE}" dt="2019-04-19T13:28:49.498" v="14" actId="1076"/>
          <ac:picMkLst>
            <pc:docMk/>
            <pc:sldMk cId="542355789" sldId="261"/>
            <ac:picMk id="1026" creationId="{9CFB2FF1-9D1F-4E38-9132-19B2AE0F9D2D}"/>
          </ac:picMkLst>
        </pc:picChg>
      </pc:sldChg>
      <pc:sldChg chg="addSp modSp add">
        <pc:chgData name="Mac Ward" userId="8a6b6e81487c01eb" providerId="LiveId" clId="{5EF8C87D-C143-430C-AB74-C2FDCAE6B5FE}" dt="2019-04-19T13:33:28.903" v="34" actId="1076"/>
        <pc:sldMkLst>
          <pc:docMk/>
          <pc:sldMk cId="1489262948" sldId="262"/>
        </pc:sldMkLst>
        <pc:spChg chg="add mod">
          <ac:chgData name="Mac Ward" userId="8a6b6e81487c01eb" providerId="LiveId" clId="{5EF8C87D-C143-430C-AB74-C2FDCAE6B5FE}" dt="2019-04-19T13:32:48.162" v="28" actId="1076"/>
          <ac:spMkLst>
            <pc:docMk/>
            <pc:sldMk cId="1489262948" sldId="262"/>
            <ac:spMk id="2" creationId="{C53262EE-3740-4550-BCC6-43AFFFD36898}"/>
          </ac:spMkLst>
        </pc:spChg>
        <pc:spChg chg="add mod">
          <ac:chgData name="Mac Ward" userId="8a6b6e81487c01eb" providerId="LiveId" clId="{5EF8C87D-C143-430C-AB74-C2FDCAE6B5FE}" dt="2019-04-19T13:33:14.119" v="32"/>
          <ac:spMkLst>
            <pc:docMk/>
            <pc:sldMk cId="1489262948" sldId="262"/>
            <ac:spMk id="4" creationId="{BE054E67-24AD-4B25-89D0-06C3FF6B8926}"/>
          </ac:spMkLst>
        </pc:spChg>
        <pc:picChg chg="add mod">
          <ac:chgData name="Mac Ward" userId="8a6b6e81487c01eb" providerId="LiveId" clId="{5EF8C87D-C143-430C-AB74-C2FDCAE6B5FE}" dt="2019-04-19T13:33:28.903" v="34" actId="1076"/>
          <ac:picMkLst>
            <pc:docMk/>
            <pc:sldMk cId="1489262948" sldId="262"/>
            <ac:picMk id="2050" creationId="{18EC28A3-CF64-4603-844F-583B9A654847}"/>
          </ac:picMkLst>
        </pc:picChg>
      </pc:sldChg>
      <pc:sldChg chg="addSp delSp modSp add">
        <pc:chgData name="Mac Ward" userId="8a6b6e81487c01eb" providerId="LiveId" clId="{5EF8C87D-C143-430C-AB74-C2FDCAE6B5FE}" dt="2019-04-19T14:05:40.109" v="81" actId="20577"/>
        <pc:sldMkLst>
          <pc:docMk/>
          <pc:sldMk cId="3413958118" sldId="264"/>
        </pc:sldMkLst>
        <pc:spChg chg="add del mod">
          <ac:chgData name="Mac Ward" userId="8a6b6e81487c01eb" providerId="LiveId" clId="{5EF8C87D-C143-430C-AB74-C2FDCAE6B5FE}" dt="2019-04-19T14:04:10.008" v="48" actId="14100"/>
          <ac:spMkLst>
            <pc:docMk/>
            <pc:sldMk cId="3413958118" sldId="264"/>
            <ac:spMk id="2" creationId="{C53262EE-3740-4550-BCC6-43AFFFD36898}"/>
          </ac:spMkLst>
        </pc:spChg>
        <pc:spChg chg="add del">
          <ac:chgData name="Mac Ward" userId="8a6b6e81487c01eb" providerId="LiveId" clId="{5EF8C87D-C143-430C-AB74-C2FDCAE6B5FE}" dt="2019-04-19T14:03:48.696" v="42"/>
          <ac:spMkLst>
            <pc:docMk/>
            <pc:sldMk cId="3413958118" sldId="264"/>
            <ac:spMk id="3" creationId="{822B58E5-E896-4AF8-968E-C696D72C46FA}"/>
          </ac:spMkLst>
        </pc:spChg>
        <pc:spChg chg="mod">
          <ac:chgData name="Mac Ward" userId="8a6b6e81487c01eb" providerId="LiveId" clId="{5EF8C87D-C143-430C-AB74-C2FDCAE6B5FE}" dt="2019-04-19T14:05:40.109" v="81" actId="20577"/>
          <ac:spMkLst>
            <pc:docMk/>
            <pc:sldMk cId="3413958118" sldId="264"/>
            <ac:spMk id="4" creationId="{BE054E67-24AD-4B25-89D0-06C3FF6B8926}"/>
          </ac:spMkLst>
        </pc:spChg>
        <pc:picChg chg="add mod">
          <ac:chgData name="Mac Ward" userId="8a6b6e81487c01eb" providerId="LiveId" clId="{5EF8C87D-C143-430C-AB74-C2FDCAE6B5FE}" dt="2019-04-19T14:05:18.260" v="53" actId="12788"/>
          <ac:picMkLst>
            <pc:docMk/>
            <pc:sldMk cId="3413958118" sldId="264"/>
            <ac:picMk id="1026" creationId="{A25FCDDE-709D-46BB-B6AD-8A3AC81CF242}"/>
          </ac:picMkLst>
        </pc:picChg>
        <pc:picChg chg="del">
          <ac:chgData name="Mac Ward" userId="8a6b6e81487c01eb" providerId="LiveId" clId="{5EF8C87D-C143-430C-AB74-C2FDCAE6B5FE}" dt="2019-04-19T14:04:24.652" v="49" actId="478"/>
          <ac:picMkLst>
            <pc:docMk/>
            <pc:sldMk cId="3413958118" sldId="264"/>
            <ac:picMk id="2050" creationId="{18EC28A3-CF64-4603-844F-583B9A654847}"/>
          </ac:picMkLst>
        </pc:picChg>
      </pc:sldChg>
      <pc:sldChg chg="addSp delSp add">
        <pc:chgData name="Mac Ward" userId="8a6b6e81487c01eb" providerId="LiveId" clId="{5EF8C87D-C143-430C-AB74-C2FDCAE6B5FE}" dt="2019-04-26T09:46:01.152" v="85"/>
        <pc:sldMkLst>
          <pc:docMk/>
          <pc:sldMk cId="3254606218" sldId="265"/>
        </pc:sldMkLst>
        <pc:picChg chg="add del">
          <ac:chgData name="Mac Ward" userId="8a6b6e81487c01eb" providerId="LiveId" clId="{5EF8C87D-C143-430C-AB74-C2FDCAE6B5FE}" dt="2019-04-26T09:46:01.152" v="85"/>
          <ac:picMkLst>
            <pc:docMk/>
            <pc:sldMk cId="3254606218" sldId="265"/>
            <ac:picMk id="1026" creationId="{672476D5-069F-467A-B758-D54611C968FF}"/>
          </ac:picMkLst>
        </pc:picChg>
      </pc:sldChg>
      <pc:sldChg chg="addSp delSp modSp add">
        <pc:chgData name="Mac Ward" userId="8a6b6e81487c01eb" providerId="LiveId" clId="{5EF8C87D-C143-430C-AB74-C2FDCAE6B5FE}" dt="2019-04-26T10:40:53.510" v="159"/>
        <pc:sldMkLst>
          <pc:docMk/>
          <pc:sldMk cId="2201387443" sldId="266"/>
        </pc:sldMkLst>
        <pc:spChg chg="mod">
          <ac:chgData name="Mac Ward" userId="8a6b6e81487c01eb" providerId="LiveId" clId="{5EF8C87D-C143-430C-AB74-C2FDCAE6B5FE}" dt="2019-04-26T10:40:53.510" v="159"/>
          <ac:spMkLst>
            <pc:docMk/>
            <pc:sldMk cId="2201387443" sldId="266"/>
            <ac:spMk id="2" creationId="{C53262EE-3740-4550-BCC6-43AFFFD36898}"/>
          </ac:spMkLst>
        </pc:spChg>
        <pc:spChg chg="mod">
          <ac:chgData name="Mac Ward" userId="8a6b6e81487c01eb" providerId="LiveId" clId="{5EF8C87D-C143-430C-AB74-C2FDCAE6B5FE}" dt="2019-04-26T09:49:48.430" v="158" actId="20577"/>
          <ac:spMkLst>
            <pc:docMk/>
            <pc:sldMk cId="2201387443" sldId="266"/>
            <ac:spMk id="4" creationId="{BE054E67-24AD-4B25-89D0-06C3FF6B8926}"/>
          </ac:spMkLst>
        </pc:spChg>
        <pc:picChg chg="add mod">
          <ac:chgData name="Mac Ward" userId="8a6b6e81487c01eb" providerId="LiveId" clId="{5EF8C87D-C143-430C-AB74-C2FDCAE6B5FE}" dt="2019-04-26T09:46:26.358" v="92" actId="1076"/>
          <ac:picMkLst>
            <pc:docMk/>
            <pc:sldMk cId="2201387443" sldId="266"/>
            <ac:picMk id="5" creationId="{FE3D395F-3FE6-4589-9DB9-F555B262AB7B}"/>
          </ac:picMkLst>
        </pc:picChg>
        <pc:picChg chg="del">
          <ac:chgData name="Mac Ward" userId="8a6b6e81487c01eb" providerId="LiveId" clId="{5EF8C87D-C143-430C-AB74-C2FDCAE6B5FE}" dt="2019-04-26T09:46:04.611" v="86" actId="478"/>
          <ac:picMkLst>
            <pc:docMk/>
            <pc:sldMk cId="2201387443" sldId="266"/>
            <ac:picMk id="1026" creationId="{A25FCDDE-709D-46BB-B6AD-8A3AC81CF242}"/>
          </ac:picMkLst>
        </pc:picChg>
      </pc:sldChg>
      <pc:sldChg chg="addSp delSp modSp add">
        <pc:chgData name="Mac Ward" userId="8a6b6e81487c01eb" providerId="LiveId" clId="{5EF8C87D-C143-430C-AB74-C2FDCAE6B5FE}" dt="2019-04-26T10:41:48.346" v="197" actId="122"/>
        <pc:sldMkLst>
          <pc:docMk/>
          <pc:sldMk cId="2628878620" sldId="267"/>
        </pc:sldMkLst>
        <pc:spChg chg="mod">
          <ac:chgData name="Mac Ward" userId="8a6b6e81487c01eb" providerId="LiveId" clId="{5EF8C87D-C143-430C-AB74-C2FDCAE6B5FE}" dt="2019-04-26T10:41:48.346" v="197" actId="122"/>
          <ac:spMkLst>
            <pc:docMk/>
            <pc:sldMk cId="2628878620" sldId="267"/>
            <ac:spMk id="4" creationId="{BE054E67-24AD-4B25-89D0-06C3FF6B8926}"/>
          </ac:spMkLst>
        </pc:spChg>
        <pc:picChg chg="del">
          <ac:chgData name="Mac Ward" userId="8a6b6e81487c01eb" providerId="LiveId" clId="{5EF8C87D-C143-430C-AB74-C2FDCAE6B5FE}" dt="2019-04-26T10:41:10.343" v="161" actId="478"/>
          <ac:picMkLst>
            <pc:docMk/>
            <pc:sldMk cId="2628878620" sldId="267"/>
            <ac:picMk id="5" creationId="{FE3D395F-3FE6-4589-9DB9-F555B262AB7B}"/>
          </ac:picMkLst>
        </pc:picChg>
        <pc:picChg chg="add mod">
          <ac:chgData name="Mac Ward" userId="8a6b6e81487c01eb" providerId="LiveId" clId="{5EF8C87D-C143-430C-AB74-C2FDCAE6B5FE}" dt="2019-04-26T10:41:24.648" v="168" actId="1076"/>
          <ac:picMkLst>
            <pc:docMk/>
            <pc:sldMk cId="2628878620" sldId="267"/>
            <ac:picMk id="2050" creationId="{51D6F4FF-8F80-492C-BDE6-F719A43B96D7}"/>
          </ac:picMkLst>
        </pc:picChg>
      </pc:sldChg>
    </pc:docChg>
  </pc:docChgLst>
  <pc:docChgLst>
    <pc:chgData name="Mac Ward" userId="8a6b6e81487c01eb" providerId="LiveId" clId="{E57B7486-BE84-4F44-90FF-66CDF96DF404}"/>
    <pc:docChg chg="addSld modSld">
      <pc:chgData name="Mac Ward" userId="8a6b6e81487c01eb" providerId="LiveId" clId="{E57B7486-BE84-4F44-90FF-66CDF96DF404}" dt="2019-04-17T22:20:48.061" v="201" actId="20577"/>
      <pc:docMkLst>
        <pc:docMk/>
      </pc:docMkLst>
      <pc:sldChg chg="modSp">
        <pc:chgData name="Mac Ward" userId="8a6b6e81487c01eb" providerId="LiveId" clId="{E57B7486-BE84-4F44-90FF-66CDF96DF404}" dt="2019-04-17T22:20:48.061" v="201" actId="20577"/>
        <pc:sldMkLst>
          <pc:docMk/>
          <pc:sldMk cId="2578171886" sldId="256"/>
        </pc:sldMkLst>
        <pc:spChg chg="mod">
          <ac:chgData name="Mac Ward" userId="8a6b6e81487c01eb" providerId="LiveId" clId="{E57B7486-BE84-4F44-90FF-66CDF96DF404}" dt="2019-04-17T22:07:09.784" v="22" actId="20577"/>
          <ac:spMkLst>
            <pc:docMk/>
            <pc:sldMk cId="2578171886" sldId="256"/>
            <ac:spMk id="2" creationId="{5CADFF1F-4ABE-4400-9EFA-F76ADA081DE5}"/>
          </ac:spMkLst>
        </pc:spChg>
        <pc:spChg chg="mod">
          <ac:chgData name="Mac Ward" userId="8a6b6e81487c01eb" providerId="LiveId" clId="{E57B7486-BE84-4F44-90FF-66CDF96DF404}" dt="2019-04-17T22:20:48.061" v="201" actId="20577"/>
          <ac:spMkLst>
            <pc:docMk/>
            <pc:sldMk cId="2578171886" sldId="256"/>
            <ac:spMk id="3" creationId="{096392BD-E6C3-4C07-8920-6E228B0E6CEC}"/>
          </ac:spMkLst>
        </pc:spChg>
      </pc:sldChg>
      <pc:sldChg chg="modSp">
        <pc:chgData name="Mac Ward" userId="8a6b6e81487c01eb" providerId="LiveId" clId="{E57B7486-BE84-4F44-90FF-66CDF96DF404}" dt="2019-04-17T22:11:28.378" v="37" actId="404"/>
        <pc:sldMkLst>
          <pc:docMk/>
          <pc:sldMk cId="3720381224" sldId="257"/>
        </pc:sldMkLst>
        <pc:spChg chg="mod">
          <ac:chgData name="Mac Ward" userId="8a6b6e81487c01eb" providerId="LiveId" clId="{E57B7486-BE84-4F44-90FF-66CDF96DF404}" dt="2019-04-17T22:11:28.378" v="37" actId="404"/>
          <ac:spMkLst>
            <pc:docMk/>
            <pc:sldMk cId="3720381224" sldId="257"/>
            <ac:spMk id="3" creationId="{D5F7A71E-A240-41CB-A901-B6A673C61435}"/>
          </ac:spMkLst>
        </pc:spChg>
        <pc:picChg chg="mod">
          <ac:chgData name="Mac Ward" userId="8a6b6e81487c01eb" providerId="LiveId" clId="{E57B7486-BE84-4F44-90FF-66CDF96DF404}" dt="2019-04-17T22:08:18.989" v="25" actId="14100"/>
          <ac:picMkLst>
            <pc:docMk/>
            <pc:sldMk cId="3720381224" sldId="257"/>
            <ac:picMk id="2" creationId="{E3B7C121-9268-4C66-9922-A7D5D319B9BC}"/>
          </ac:picMkLst>
        </pc:picChg>
      </pc:sldChg>
      <pc:sldChg chg="addSp modSp add">
        <pc:chgData name="Mac Ward" userId="8a6b6e81487c01eb" providerId="LiveId" clId="{E57B7486-BE84-4F44-90FF-66CDF96DF404}" dt="2019-04-17T22:16:55.980" v="92" actId="2711"/>
        <pc:sldMkLst>
          <pc:docMk/>
          <pc:sldMk cId="2349023615" sldId="258"/>
        </pc:sldMkLst>
        <pc:spChg chg="add mod">
          <ac:chgData name="Mac Ward" userId="8a6b6e81487c01eb" providerId="LiveId" clId="{E57B7486-BE84-4F44-90FF-66CDF96DF404}" dt="2019-04-17T22:11:18.716" v="33" actId="1076"/>
          <ac:spMkLst>
            <pc:docMk/>
            <pc:sldMk cId="2349023615" sldId="258"/>
            <ac:spMk id="2" creationId="{67608B0C-720E-4935-B472-CBEDD321DFAA}"/>
          </ac:spMkLst>
        </pc:spChg>
        <pc:spChg chg="add mod">
          <ac:chgData name="Mac Ward" userId="8a6b6e81487c01eb" providerId="LiveId" clId="{E57B7486-BE84-4F44-90FF-66CDF96DF404}" dt="2019-04-17T22:16:55.980" v="92" actId="2711"/>
          <ac:spMkLst>
            <pc:docMk/>
            <pc:sldMk cId="2349023615" sldId="258"/>
            <ac:spMk id="3" creationId="{CB3CCAAD-6E69-45C7-8D0E-169C8DEDEBC6}"/>
          </ac:spMkLst>
        </pc:spChg>
        <pc:picChg chg="add">
          <ac:chgData name="Mac Ward" userId="8a6b6e81487c01eb" providerId="LiveId" clId="{E57B7486-BE84-4F44-90FF-66CDF96DF404}" dt="2019-04-17T22:10:52.489" v="27"/>
          <ac:picMkLst>
            <pc:docMk/>
            <pc:sldMk cId="2349023615" sldId="258"/>
            <ac:picMk id="1026" creationId="{6A271AD3-B423-46AD-AB62-91E7D67FFDBB}"/>
          </ac:picMkLst>
        </pc:picChg>
      </pc:sldChg>
      <pc:sldChg chg="addSp delSp modSp add">
        <pc:chgData name="Mac Ward" userId="8a6b6e81487c01eb" providerId="LiveId" clId="{E57B7486-BE84-4F44-90FF-66CDF96DF404}" dt="2019-04-17T22:17:13.419" v="97" actId="20577"/>
        <pc:sldMkLst>
          <pc:docMk/>
          <pc:sldMk cId="1848646156" sldId="259"/>
        </pc:sldMkLst>
        <pc:spChg chg="add del">
          <ac:chgData name="Mac Ward" userId="8a6b6e81487c01eb" providerId="LiveId" clId="{E57B7486-BE84-4F44-90FF-66CDF96DF404}" dt="2019-04-17T22:13:52.136" v="56"/>
          <ac:spMkLst>
            <pc:docMk/>
            <pc:sldMk cId="1848646156" sldId="259"/>
            <ac:spMk id="2" creationId="{91C2D161-3019-4125-892D-F17067DEEA29}"/>
          </ac:spMkLst>
        </pc:spChg>
        <pc:spChg chg="add mod">
          <ac:chgData name="Mac Ward" userId="8a6b6e81487c01eb" providerId="LiveId" clId="{E57B7486-BE84-4F44-90FF-66CDF96DF404}" dt="2019-04-17T22:15:22.236" v="65" actId="1076"/>
          <ac:spMkLst>
            <pc:docMk/>
            <pc:sldMk cId="1848646156" sldId="259"/>
            <ac:spMk id="3" creationId="{50DB1B69-21E8-4356-908F-79AB205C7E12}"/>
          </ac:spMkLst>
        </pc:spChg>
        <pc:spChg chg="add del mod">
          <ac:chgData name="Mac Ward" userId="8a6b6e81487c01eb" providerId="LiveId" clId="{E57B7486-BE84-4F44-90FF-66CDF96DF404}" dt="2019-04-17T22:16:39.458" v="88"/>
          <ac:spMkLst>
            <pc:docMk/>
            <pc:sldMk cId="1848646156" sldId="259"/>
            <ac:spMk id="4" creationId="{9AF29C24-F5AB-45E2-A215-FC203735C4B1}"/>
          </ac:spMkLst>
        </pc:spChg>
        <pc:spChg chg="add mod">
          <ac:chgData name="Mac Ward" userId="8a6b6e81487c01eb" providerId="LiveId" clId="{E57B7486-BE84-4F44-90FF-66CDF96DF404}" dt="2019-04-17T22:17:13.419" v="97" actId="20577"/>
          <ac:spMkLst>
            <pc:docMk/>
            <pc:sldMk cId="1848646156" sldId="259"/>
            <ac:spMk id="5" creationId="{630B01E6-AB60-4B44-8BDC-07A97A749B86}"/>
          </ac:spMkLst>
        </pc:spChg>
        <pc:picChg chg="add mod">
          <ac:chgData name="Mac Ward" userId="8a6b6e81487c01eb" providerId="LiveId" clId="{E57B7486-BE84-4F44-90FF-66CDF96DF404}" dt="2019-04-17T22:16:14.262" v="74" actId="1076"/>
          <ac:picMkLst>
            <pc:docMk/>
            <pc:sldMk cId="1848646156" sldId="259"/>
            <ac:picMk id="2050" creationId="{3B0DEEC7-0A15-4BBE-87A3-266120AEF98D}"/>
          </ac:picMkLst>
        </pc:picChg>
      </pc:sldChg>
      <pc:sldChg chg="addSp delSp modSp add">
        <pc:chgData name="Mac Ward" userId="8a6b6e81487c01eb" providerId="LiveId" clId="{E57B7486-BE84-4F44-90FF-66CDF96DF404}" dt="2019-04-17T22:20:07.388" v="114" actId="1076"/>
        <pc:sldMkLst>
          <pc:docMk/>
          <pc:sldMk cId="1168739878" sldId="260"/>
        </pc:sldMkLst>
        <pc:spChg chg="add del mod">
          <ac:chgData name="Mac Ward" userId="8a6b6e81487c01eb" providerId="LiveId" clId="{E57B7486-BE84-4F44-90FF-66CDF96DF404}" dt="2019-04-17T22:19:49.733" v="107"/>
          <ac:spMkLst>
            <pc:docMk/>
            <pc:sldMk cId="1168739878" sldId="260"/>
            <ac:spMk id="2" creationId="{AAB032DD-5F80-4049-B609-6067F2A27A5B}"/>
          </ac:spMkLst>
        </pc:spChg>
        <pc:spChg chg="add mod">
          <ac:chgData name="Mac Ward" userId="8a6b6e81487c01eb" providerId="LiveId" clId="{E57B7486-BE84-4F44-90FF-66CDF96DF404}" dt="2019-04-17T22:20:02.864" v="113" actId="1076"/>
          <ac:spMkLst>
            <pc:docMk/>
            <pc:sldMk cId="1168739878" sldId="260"/>
            <ac:spMk id="4" creationId="{74E840F6-30A2-4453-94B3-E025EC532CD5}"/>
          </ac:spMkLst>
        </pc:spChg>
        <pc:picChg chg="add mod">
          <ac:chgData name="Mac Ward" userId="8a6b6e81487c01eb" providerId="LiveId" clId="{E57B7486-BE84-4F44-90FF-66CDF96DF404}" dt="2019-04-17T22:20:07.388" v="114" actId="1076"/>
          <ac:picMkLst>
            <pc:docMk/>
            <pc:sldMk cId="1168739878" sldId="260"/>
            <ac:picMk id="3074" creationId="{B73DEFE7-F9D7-4750-9591-91135479106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4D0315-B5E4-4552-92F1-2BE6433D67E1}" type="datetimeFigureOut">
              <a:rPr lang="en-US" smtClean="0"/>
              <a:t>5/3/2019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1143000"/>
            <a:ext cx="5143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87FF41-156A-4475-82C0-45D2DEFA3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236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53389" rtl="0" eaLnBrk="1" latinLnBrk="0" hangingPunct="1">
      <a:defRPr sz="1382" kern="1200">
        <a:solidFill>
          <a:schemeClr val="tx1"/>
        </a:solidFill>
        <a:latin typeface="+mn-lt"/>
        <a:ea typeface="+mn-ea"/>
        <a:cs typeface="+mn-cs"/>
      </a:defRPr>
    </a:lvl1pPr>
    <a:lvl2pPr marL="526694" algn="l" defTabSz="1053389" rtl="0" eaLnBrk="1" latinLnBrk="0" hangingPunct="1">
      <a:defRPr sz="1382" kern="1200">
        <a:solidFill>
          <a:schemeClr val="tx1"/>
        </a:solidFill>
        <a:latin typeface="+mn-lt"/>
        <a:ea typeface="+mn-ea"/>
        <a:cs typeface="+mn-cs"/>
      </a:defRPr>
    </a:lvl2pPr>
    <a:lvl3pPr marL="1053389" algn="l" defTabSz="1053389" rtl="0" eaLnBrk="1" latinLnBrk="0" hangingPunct="1">
      <a:defRPr sz="1382" kern="1200">
        <a:solidFill>
          <a:schemeClr val="tx1"/>
        </a:solidFill>
        <a:latin typeface="+mn-lt"/>
        <a:ea typeface="+mn-ea"/>
        <a:cs typeface="+mn-cs"/>
      </a:defRPr>
    </a:lvl3pPr>
    <a:lvl4pPr marL="1580083" algn="l" defTabSz="1053389" rtl="0" eaLnBrk="1" latinLnBrk="0" hangingPunct="1">
      <a:defRPr sz="1382" kern="1200">
        <a:solidFill>
          <a:schemeClr val="tx1"/>
        </a:solidFill>
        <a:latin typeface="+mn-lt"/>
        <a:ea typeface="+mn-ea"/>
        <a:cs typeface="+mn-cs"/>
      </a:defRPr>
    </a:lvl4pPr>
    <a:lvl5pPr marL="2106778" algn="l" defTabSz="1053389" rtl="0" eaLnBrk="1" latinLnBrk="0" hangingPunct="1">
      <a:defRPr sz="1382" kern="1200">
        <a:solidFill>
          <a:schemeClr val="tx1"/>
        </a:solidFill>
        <a:latin typeface="+mn-lt"/>
        <a:ea typeface="+mn-ea"/>
        <a:cs typeface="+mn-cs"/>
      </a:defRPr>
    </a:lvl5pPr>
    <a:lvl6pPr marL="2633472" algn="l" defTabSz="1053389" rtl="0" eaLnBrk="1" latinLnBrk="0" hangingPunct="1">
      <a:defRPr sz="1382" kern="1200">
        <a:solidFill>
          <a:schemeClr val="tx1"/>
        </a:solidFill>
        <a:latin typeface="+mn-lt"/>
        <a:ea typeface="+mn-ea"/>
        <a:cs typeface="+mn-cs"/>
      </a:defRPr>
    </a:lvl6pPr>
    <a:lvl7pPr marL="3160166" algn="l" defTabSz="1053389" rtl="0" eaLnBrk="1" latinLnBrk="0" hangingPunct="1">
      <a:defRPr sz="1382" kern="1200">
        <a:solidFill>
          <a:schemeClr val="tx1"/>
        </a:solidFill>
        <a:latin typeface="+mn-lt"/>
        <a:ea typeface="+mn-ea"/>
        <a:cs typeface="+mn-cs"/>
      </a:defRPr>
    </a:lvl7pPr>
    <a:lvl8pPr marL="3686861" algn="l" defTabSz="1053389" rtl="0" eaLnBrk="1" latinLnBrk="0" hangingPunct="1">
      <a:defRPr sz="1382" kern="1200">
        <a:solidFill>
          <a:schemeClr val="tx1"/>
        </a:solidFill>
        <a:latin typeface="+mn-lt"/>
        <a:ea typeface="+mn-ea"/>
        <a:cs typeface="+mn-cs"/>
      </a:defRPr>
    </a:lvl8pPr>
    <a:lvl9pPr marL="4213555" algn="l" defTabSz="1053389" rtl="0" eaLnBrk="1" latinLnBrk="0" hangingPunct="1">
      <a:defRPr sz="138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10minutehr.com/wp-content/uploads/2013/09/Virginia-Satir-change_process-by-Michael-Erickson.gif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http://10minutehr.com/wp-content/uploads/2013/09/Virginia-Satir-change_process-by-Michael-Erickson.gif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7FF41-156A-4475-82C0-45D2DEFA31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121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0" y="1346836"/>
            <a:ext cx="10287000" cy="2865120"/>
          </a:xfrm>
        </p:spPr>
        <p:txBody>
          <a:bodyPr anchor="b"/>
          <a:lstStyle>
            <a:lvl1pPr algn="ctr">
              <a:defRPr sz="67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4322446"/>
            <a:ext cx="10287000" cy="1986914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350" indent="0" algn="ctr">
              <a:buNone/>
              <a:defRPr sz="2250"/>
            </a:lvl2pPr>
            <a:lvl3pPr marL="1028700" indent="0" algn="ctr">
              <a:buNone/>
              <a:defRPr sz="2025"/>
            </a:lvl3pPr>
            <a:lvl4pPr marL="1543050" indent="0" algn="ctr">
              <a:buNone/>
              <a:defRPr sz="1800"/>
            </a:lvl4pPr>
            <a:lvl5pPr marL="2057400" indent="0" algn="ctr">
              <a:buNone/>
              <a:defRPr sz="1800"/>
            </a:lvl5pPr>
            <a:lvl6pPr marL="2571750" indent="0" algn="ctr">
              <a:buNone/>
              <a:defRPr sz="1800"/>
            </a:lvl6pPr>
            <a:lvl7pPr marL="3086100" indent="0" algn="ctr">
              <a:buNone/>
              <a:defRPr sz="1800"/>
            </a:lvl7pPr>
            <a:lvl8pPr marL="3600450" indent="0" algn="ctr">
              <a:buNone/>
              <a:defRPr sz="1800"/>
            </a:lvl8pPr>
            <a:lvl9pPr marL="41148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BB9B7-F037-49B0-8943-DFE817CE2830}" type="datetimeFigureOut">
              <a:rPr lang="en-US" smtClean="0"/>
              <a:t>5/3/2019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88890-EC6F-43C5-B2EA-006072D8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698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BB9B7-F037-49B0-8943-DFE817CE2830}" type="datetimeFigureOut">
              <a:rPr lang="en-US" smtClean="0"/>
              <a:t>5/3/2019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88890-EC6F-43C5-B2EA-006072D8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186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1" y="2051686"/>
            <a:ext cx="11830050" cy="3423284"/>
          </a:xfrm>
        </p:spPr>
        <p:txBody>
          <a:bodyPr anchor="b"/>
          <a:lstStyle>
            <a:lvl1pPr>
              <a:defRPr sz="67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1" y="5507356"/>
            <a:ext cx="11830050" cy="1800224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514350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2pPr>
            <a:lvl3pPr marL="1028700" indent="0">
              <a:buNone/>
              <a:defRPr sz="2025">
                <a:solidFill>
                  <a:schemeClr val="tx1">
                    <a:tint val="75000"/>
                  </a:schemeClr>
                </a:solidFill>
              </a:defRPr>
            </a:lvl3pPr>
            <a:lvl4pPr marL="15430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17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61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6004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48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BB9B7-F037-49B0-8943-DFE817CE2830}" type="datetimeFigureOut">
              <a:rPr lang="en-US" smtClean="0"/>
              <a:t>5/3/2019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88890-EC6F-43C5-B2EA-006072D8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166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190750"/>
            <a:ext cx="582930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2190750"/>
            <a:ext cx="582930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BB9B7-F037-49B0-8943-DFE817CE2830}" type="datetimeFigureOut">
              <a:rPr lang="en-US" smtClean="0"/>
              <a:t>5/3/2019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88890-EC6F-43C5-B2EA-006072D8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983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438150"/>
            <a:ext cx="1183005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2" y="2017396"/>
            <a:ext cx="5802510" cy="988694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2" y="3006090"/>
            <a:ext cx="5802510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5" y="2017396"/>
            <a:ext cx="5831087" cy="988694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5" y="3006090"/>
            <a:ext cx="5831087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BB9B7-F037-49B0-8943-DFE817CE2830}" type="datetimeFigureOut">
              <a:rPr lang="en-US" smtClean="0"/>
              <a:t>5/3/2019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88890-EC6F-43C5-B2EA-006072D8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346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BB9B7-F037-49B0-8943-DFE817CE2830}" type="datetimeFigureOut">
              <a:rPr lang="en-US" smtClean="0"/>
              <a:t>5/3/2019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88890-EC6F-43C5-B2EA-006072D8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47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BB9B7-F037-49B0-8943-DFE817CE2830}" type="datetimeFigureOut">
              <a:rPr lang="en-US" smtClean="0"/>
              <a:t>5/3/2019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88890-EC6F-43C5-B2EA-006072D8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103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548640"/>
            <a:ext cx="4423767" cy="192024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7" y="1184911"/>
            <a:ext cx="6943725" cy="5848350"/>
          </a:xfrm>
        </p:spPr>
        <p:txBody>
          <a:bodyPr/>
          <a:lstStyle>
            <a:lvl1pPr>
              <a:defRPr sz="3600"/>
            </a:lvl1pPr>
            <a:lvl2pPr>
              <a:defRPr sz="3150"/>
            </a:lvl2pPr>
            <a:lvl3pPr>
              <a:defRPr sz="27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468880"/>
            <a:ext cx="4423767" cy="4573906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575"/>
            </a:lvl2pPr>
            <a:lvl3pPr marL="1028700" indent="0">
              <a:buNone/>
              <a:defRPr sz="1350"/>
            </a:lvl3pPr>
            <a:lvl4pPr marL="1543050" indent="0">
              <a:buNone/>
              <a:defRPr sz="1125"/>
            </a:lvl4pPr>
            <a:lvl5pPr marL="2057400" indent="0">
              <a:buNone/>
              <a:defRPr sz="1125"/>
            </a:lvl5pPr>
            <a:lvl6pPr marL="2571750" indent="0">
              <a:buNone/>
              <a:defRPr sz="1125"/>
            </a:lvl6pPr>
            <a:lvl7pPr marL="3086100" indent="0">
              <a:buNone/>
              <a:defRPr sz="1125"/>
            </a:lvl7pPr>
            <a:lvl8pPr marL="3600450" indent="0">
              <a:buNone/>
              <a:defRPr sz="1125"/>
            </a:lvl8pPr>
            <a:lvl9pPr marL="4114800" indent="0">
              <a:buNone/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BB9B7-F037-49B0-8943-DFE817CE2830}" type="datetimeFigureOut">
              <a:rPr lang="en-US" smtClean="0"/>
              <a:t>5/3/2019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88890-EC6F-43C5-B2EA-006072D8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055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548640"/>
            <a:ext cx="4423767" cy="192024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7" y="1184911"/>
            <a:ext cx="6943725" cy="5848350"/>
          </a:xfrm>
        </p:spPr>
        <p:txBody>
          <a:bodyPr anchor="t"/>
          <a:lstStyle>
            <a:lvl1pPr marL="0" indent="0">
              <a:buNone/>
              <a:defRPr sz="3600"/>
            </a:lvl1pPr>
            <a:lvl2pPr marL="514350" indent="0">
              <a:buNone/>
              <a:defRPr sz="3150"/>
            </a:lvl2pPr>
            <a:lvl3pPr marL="1028700" indent="0">
              <a:buNone/>
              <a:defRPr sz="2700"/>
            </a:lvl3pPr>
            <a:lvl4pPr marL="1543050" indent="0">
              <a:buNone/>
              <a:defRPr sz="2250"/>
            </a:lvl4pPr>
            <a:lvl5pPr marL="2057400" indent="0">
              <a:buNone/>
              <a:defRPr sz="2250"/>
            </a:lvl5pPr>
            <a:lvl6pPr marL="2571750" indent="0">
              <a:buNone/>
              <a:defRPr sz="2250"/>
            </a:lvl6pPr>
            <a:lvl7pPr marL="3086100" indent="0">
              <a:buNone/>
              <a:defRPr sz="2250"/>
            </a:lvl7pPr>
            <a:lvl8pPr marL="3600450" indent="0">
              <a:buNone/>
              <a:defRPr sz="2250"/>
            </a:lvl8pPr>
            <a:lvl9pPr marL="4114800" indent="0">
              <a:buNone/>
              <a:defRPr sz="22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468880"/>
            <a:ext cx="4423767" cy="4573906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575"/>
            </a:lvl2pPr>
            <a:lvl3pPr marL="1028700" indent="0">
              <a:buNone/>
              <a:defRPr sz="1350"/>
            </a:lvl3pPr>
            <a:lvl4pPr marL="1543050" indent="0">
              <a:buNone/>
              <a:defRPr sz="1125"/>
            </a:lvl4pPr>
            <a:lvl5pPr marL="2057400" indent="0">
              <a:buNone/>
              <a:defRPr sz="1125"/>
            </a:lvl5pPr>
            <a:lvl6pPr marL="2571750" indent="0">
              <a:buNone/>
              <a:defRPr sz="1125"/>
            </a:lvl6pPr>
            <a:lvl7pPr marL="3086100" indent="0">
              <a:buNone/>
              <a:defRPr sz="1125"/>
            </a:lvl7pPr>
            <a:lvl8pPr marL="3600450" indent="0">
              <a:buNone/>
              <a:defRPr sz="1125"/>
            </a:lvl8pPr>
            <a:lvl9pPr marL="4114800" indent="0">
              <a:buNone/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BB9B7-F037-49B0-8943-DFE817CE2830}" type="datetimeFigureOut">
              <a:rPr lang="en-US" smtClean="0"/>
              <a:t>5/3/2019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88890-EC6F-43C5-B2EA-006072D8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870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BB9B7-F037-49B0-8943-DFE817CE2830}" type="datetimeFigureOut">
              <a:rPr lang="en-US" smtClean="0"/>
              <a:t>5/3/2019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88890-EC6F-43C5-B2EA-006072D8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735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2" y="438150"/>
            <a:ext cx="2957513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5" y="438150"/>
            <a:ext cx="8701088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BB9B7-F037-49B0-8943-DFE817CE2830}" type="datetimeFigureOut">
              <a:rPr lang="en-US" smtClean="0"/>
              <a:t>5/3/2019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88890-EC6F-43C5-B2EA-006072D8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14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438150"/>
            <a:ext cx="1183005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2190750"/>
            <a:ext cx="1183005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7627621"/>
            <a:ext cx="308610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BBB9B7-F037-49B0-8943-DFE817CE2830}" type="datetimeFigureOut">
              <a:rPr lang="en-US" smtClean="0"/>
              <a:t>5/3/2019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7627621"/>
            <a:ext cx="462915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7627621"/>
            <a:ext cx="308610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588890-EC6F-43C5-B2EA-006072D8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638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28700" rtl="0" eaLnBrk="1" latinLnBrk="0" hangingPunct="1">
        <a:lnSpc>
          <a:spcPct val="90000"/>
        </a:lnSpc>
        <a:spcBef>
          <a:spcPct val="0"/>
        </a:spcBef>
        <a:buNone/>
        <a:defRPr sz="49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1028700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1pPr>
      <a:lvl2pPr marL="7715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8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3145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8289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3432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8576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3719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717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0861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dicalcandor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agilitrix.com/2011/03/how-to-make-your-culture-work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player.com/slide/9238010/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10minutehr.com/2013/11/11/chaos-in-the-organisational-change-process-dont-try-to-avoid-it-manage-it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nwlink.com/~donclark/hrd/styles/learning_styles.jpg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foq.com/articles/communities-of-practice-agile-organisation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infoq.com/articles/communities-of-practice-agile-organisation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s://creatingwe.com/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s://creatingwe.com/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agilecoachinginstitute.com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DFF1F-4ABE-4400-9EFA-F76ADA081D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Coaching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6392BD-E6C3-4C07-8920-6E228B0E6C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Copyrights and credit belong to the respective authors and thought leaders</a:t>
            </a:r>
          </a:p>
        </p:txBody>
      </p:sp>
    </p:spTree>
    <p:extLst>
      <p:ext uri="{BB962C8B-B14F-4D97-AF65-F5344CB8AC3E}">
        <p14:creationId xmlns:p14="http://schemas.microsoft.com/office/powerpoint/2010/main" val="2578171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3B7C121-9268-4C66-9922-A7D5D319B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49133"/>
            <a:ext cx="7968343" cy="809333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5F7A71E-A240-41CB-A901-B6A673C61435}"/>
              </a:ext>
            </a:extLst>
          </p:cNvPr>
          <p:cNvSpPr/>
          <p:nvPr/>
        </p:nvSpPr>
        <p:spPr>
          <a:xfrm>
            <a:off x="10469920" y="7778258"/>
            <a:ext cx="32460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dirty="0">
                <a:hlinkClick r:id="rId3"/>
              </a:rPr>
              <a:t>https://www.radicalcandor.com/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381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agilitrix.com/wp-content/uploads/2011/03/Schneider-Culture-Model.jpg">
            <a:extLst>
              <a:ext uri="{FF2B5EF4-FFF2-40B4-BE49-F238E27FC236}">
                <a16:creationId xmlns:a16="http://schemas.microsoft.com/office/drawing/2014/main" id="{6A271AD3-B423-46AD-AB62-91E7D67FFD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600" y="0"/>
            <a:ext cx="11225213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7608B0C-720E-4935-B472-CBEDD321DFAA}"/>
              </a:ext>
            </a:extLst>
          </p:cNvPr>
          <p:cNvSpPr/>
          <p:nvPr/>
        </p:nvSpPr>
        <p:spPr>
          <a:xfrm>
            <a:off x="8970085" y="7921823"/>
            <a:ext cx="474591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1400" dirty="0">
                <a:hlinkClick r:id="rId3"/>
              </a:rPr>
              <a:t>http://agilitrix.com/2011/03/how-to-make-your-culture-work/</a:t>
            </a:r>
            <a:endParaRPr lang="en-US" sz="1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3CCAAD-6E69-45C7-8D0E-169C8DEDEBC6}"/>
              </a:ext>
            </a:extLst>
          </p:cNvPr>
          <p:cNvSpPr/>
          <p:nvPr/>
        </p:nvSpPr>
        <p:spPr>
          <a:xfrm rot="16200000">
            <a:off x="-2583350" y="3730081"/>
            <a:ext cx="599401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sz="4400" b="1" dirty="0">
                <a:solidFill>
                  <a:srgbClr val="333333"/>
                </a:solidFill>
              </a:rPr>
              <a:t>Schneider Culture Model</a:t>
            </a:r>
            <a:endParaRPr lang="en-US" sz="4400" b="1" i="0" dirty="0">
              <a:solidFill>
                <a:srgbClr val="3333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49023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ee the source image">
            <a:extLst>
              <a:ext uri="{FF2B5EF4-FFF2-40B4-BE49-F238E27FC236}">
                <a16:creationId xmlns:a16="http://schemas.microsoft.com/office/drawing/2014/main" id="{B73DEFE7-F9D7-4750-9591-911354791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175" y="0"/>
            <a:ext cx="10915650" cy="8186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4E840F6-30A2-4453-94B3-E025EC532CD5}"/>
              </a:ext>
            </a:extLst>
          </p:cNvPr>
          <p:cNvSpPr/>
          <p:nvPr/>
        </p:nvSpPr>
        <p:spPr>
          <a:xfrm>
            <a:off x="10629987" y="7921823"/>
            <a:ext cx="30860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hlinkClick r:id="rId3"/>
              </a:rPr>
              <a:t>http://slideplayer.com/slide/9238010/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68739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10minutehr.com/wp-content/uploads/2013/09/Virginia-Satir-change_process-by-Michael-Erickson.gif">
            <a:extLst>
              <a:ext uri="{FF2B5EF4-FFF2-40B4-BE49-F238E27FC236}">
                <a16:creationId xmlns:a16="http://schemas.microsoft.com/office/drawing/2014/main" id="{3B0DEEC7-0A15-4BBE-87A3-266120AEF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1083" y="148811"/>
            <a:ext cx="10793834" cy="8080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0DB1B69-21E8-4356-908F-79AB205C7E12}"/>
              </a:ext>
            </a:extLst>
          </p:cNvPr>
          <p:cNvSpPr/>
          <p:nvPr/>
        </p:nvSpPr>
        <p:spPr>
          <a:xfrm>
            <a:off x="4846320" y="7926900"/>
            <a:ext cx="88696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hlinkClick r:id="rId4"/>
              </a:rPr>
              <a:t>http://10minutehr.com/2013/11/11/chaos-in-the-organisational-change-process-dont-try-to-avoid-it-manage-it/</a:t>
            </a:r>
            <a:endParaRPr lang="en-US" sz="1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0B01E6-AB60-4B44-8BDC-07A97A749B86}"/>
              </a:ext>
            </a:extLst>
          </p:cNvPr>
          <p:cNvSpPr/>
          <p:nvPr/>
        </p:nvSpPr>
        <p:spPr>
          <a:xfrm rot="16200000">
            <a:off x="-1997438" y="3512911"/>
            <a:ext cx="476431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Satir Change Model</a:t>
            </a:r>
          </a:p>
        </p:txBody>
      </p:sp>
    </p:spTree>
    <p:extLst>
      <p:ext uri="{BB962C8B-B14F-4D97-AF65-F5344CB8AC3E}">
        <p14:creationId xmlns:p14="http://schemas.microsoft.com/office/powerpoint/2010/main" val="1848646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nwlink.com/~donclark/hrd/styles/learning_styles.jpg">
            <a:extLst>
              <a:ext uri="{FF2B5EF4-FFF2-40B4-BE49-F238E27FC236}">
                <a16:creationId xmlns:a16="http://schemas.microsoft.com/office/drawing/2014/main" id="{9CFB2FF1-9D1F-4E38-9132-19B2AE0F9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0"/>
            <a:ext cx="1097280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CB0822B-961C-4A39-9F3B-DE57288FE427}"/>
              </a:ext>
            </a:extLst>
          </p:cNvPr>
          <p:cNvSpPr/>
          <p:nvPr/>
        </p:nvSpPr>
        <p:spPr>
          <a:xfrm>
            <a:off x="9178283" y="7921823"/>
            <a:ext cx="453771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1400" dirty="0">
                <a:hlinkClick r:id="rId3"/>
              </a:rPr>
              <a:t>http://nwlink.com/~donclark/hrd/styles/learning_styles.jpg</a:t>
            </a:r>
            <a:endParaRPr lang="en-US" sz="1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9C7C75-9AC6-47E1-A7AD-89ADE40EFF70}"/>
              </a:ext>
            </a:extLst>
          </p:cNvPr>
          <p:cNvSpPr/>
          <p:nvPr/>
        </p:nvSpPr>
        <p:spPr>
          <a:xfrm rot="16200000">
            <a:off x="-2230194" y="3512911"/>
            <a:ext cx="522983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/>
              <a:t>Kolb's Learning Styles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542355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res.infoq.com/articles/communities-of-practice-agile-organisation/en/resources/1fig1.jpg">
            <a:extLst>
              <a:ext uri="{FF2B5EF4-FFF2-40B4-BE49-F238E27FC236}">
                <a16:creationId xmlns:a16="http://schemas.microsoft.com/office/drawing/2014/main" id="{18EC28A3-CF64-4603-844F-583B9A654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251" y="0"/>
            <a:ext cx="12373749" cy="793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53262EE-3740-4550-BCC6-43AFFFD36898}"/>
              </a:ext>
            </a:extLst>
          </p:cNvPr>
          <p:cNvSpPr/>
          <p:nvPr/>
        </p:nvSpPr>
        <p:spPr>
          <a:xfrm>
            <a:off x="5120640" y="7860268"/>
            <a:ext cx="85953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>
                <a:hlinkClick r:id="rId3"/>
              </a:rPr>
              <a:t>https://www.infoq.com/articles/communities-of-practice-agile-organisation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054E67-24AD-4B25-89D0-06C3FF6B8926}"/>
              </a:ext>
            </a:extLst>
          </p:cNvPr>
          <p:cNvSpPr/>
          <p:nvPr/>
        </p:nvSpPr>
        <p:spPr>
          <a:xfrm rot="16200000">
            <a:off x="-2942889" y="3512911"/>
            <a:ext cx="665522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/>
              <a:t>Community maturity stages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1489262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3262EE-3740-4550-BCC6-43AFFFD36898}"/>
              </a:ext>
            </a:extLst>
          </p:cNvPr>
          <p:cNvSpPr/>
          <p:nvPr/>
        </p:nvSpPr>
        <p:spPr>
          <a:xfrm>
            <a:off x="0" y="7860268"/>
            <a:ext cx="13716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>
                <a:hlinkClick r:id="rId2"/>
              </a:rPr>
              <a:t>https://www.professionalacademy.com/blogs-and-advice/inspiration-and-influence--what-s-the-difference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054E67-24AD-4B25-89D0-06C3FF6B8926}"/>
              </a:ext>
            </a:extLst>
          </p:cNvPr>
          <p:cNvSpPr/>
          <p:nvPr/>
        </p:nvSpPr>
        <p:spPr>
          <a:xfrm rot="16200000">
            <a:off x="-2921820" y="3512911"/>
            <a:ext cx="661309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Simon Sinek’s Golden Circle</a:t>
            </a:r>
          </a:p>
        </p:txBody>
      </p:sp>
      <p:pic>
        <p:nvPicPr>
          <p:cNvPr id="1026" name="Picture 2" descr="Golden cricle Simon Sinek Infographic">
            <a:extLst>
              <a:ext uri="{FF2B5EF4-FFF2-40B4-BE49-F238E27FC236}">
                <a16:creationId xmlns:a16="http://schemas.microsoft.com/office/drawing/2014/main" id="{A25FCDDE-709D-46BB-B6AD-8A3AC81CF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713" y="0"/>
            <a:ext cx="9934575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3958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3262EE-3740-4550-BCC6-43AFFFD36898}"/>
              </a:ext>
            </a:extLst>
          </p:cNvPr>
          <p:cNvSpPr/>
          <p:nvPr/>
        </p:nvSpPr>
        <p:spPr>
          <a:xfrm>
            <a:off x="0" y="7860268"/>
            <a:ext cx="13716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>
                <a:hlinkClick r:id="rId2"/>
              </a:rPr>
              <a:t>https://creatingwe.com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054E67-24AD-4B25-89D0-06C3FF6B8926}"/>
              </a:ext>
            </a:extLst>
          </p:cNvPr>
          <p:cNvSpPr/>
          <p:nvPr/>
        </p:nvSpPr>
        <p:spPr>
          <a:xfrm rot="16200000">
            <a:off x="-1909259" y="3512911"/>
            <a:ext cx="458798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Arc of Engagement</a:t>
            </a:r>
          </a:p>
        </p:txBody>
      </p:sp>
      <p:pic>
        <p:nvPicPr>
          <p:cNvPr id="5" name="Picture 2" descr="https://geraldjleonard.com/wp-content/uploads/2018/07/C-IQ-2018-Module-1E-Conversational-Dashboard-1024x611.jpg">
            <a:extLst>
              <a:ext uri="{FF2B5EF4-FFF2-40B4-BE49-F238E27FC236}">
                <a16:creationId xmlns:a16="http://schemas.microsoft.com/office/drawing/2014/main" id="{FE3D395F-3FE6-4589-9DB9-F555B262A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562" y="83549"/>
            <a:ext cx="12483538" cy="7448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1387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3262EE-3740-4550-BCC6-43AFFFD36898}"/>
              </a:ext>
            </a:extLst>
          </p:cNvPr>
          <p:cNvSpPr/>
          <p:nvPr/>
        </p:nvSpPr>
        <p:spPr>
          <a:xfrm>
            <a:off x="0" y="7860268"/>
            <a:ext cx="13716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>
                <a:hlinkClick r:id="rId2"/>
              </a:rPr>
              <a:t>https://creatingwe.com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054E67-24AD-4B25-89D0-06C3FF6B8926}"/>
              </a:ext>
            </a:extLst>
          </p:cNvPr>
          <p:cNvSpPr/>
          <p:nvPr/>
        </p:nvSpPr>
        <p:spPr>
          <a:xfrm rot="16200000">
            <a:off x="-3725474" y="3734664"/>
            <a:ext cx="822042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Conversational Dashboard</a:t>
            </a:r>
          </a:p>
        </p:txBody>
      </p:sp>
      <p:pic>
        <p:nvPicPr>
          <p:cNvPr id="2050" name="Picture 2" descr="See the source image">
            <a:extLst>
              <a:ext uri="{FF2B5EF4-FFF2-40B4-BE49-F238E27FC236}">
                <a16:creationId xmlns:a16="http://schemas.microsoft.com/office/drawing/2014/main" id="{51D6F4FF-8F80-492C-BDE6-F719A43B9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455" y="456865"/>
            <a:ext cx="12865382" cy="7061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8878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ee the source image">
            <a:extLst>
              <a:ext uri="{FF2B5EF4-FFF2-40B4-BE49-F238E27FC236}">
                <a16:creationId xmlns:a16="http://schemas.microsoft.com/office/drawing/2014/main" id="{83D55645-35E9-478F-891F-CE9AB2C496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779"/>
          <a:stretch/>
        </p:blipFill>
        <p:spPr bwMode="auto">
          <a:xfrm>
            <a:off x="1994498" y="361506"/>
            <a:ext cx="11721501" cy="7537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53262EE-3740-4550-BCC6-43AFFFD36898}"/>
              </a:ext>
            </a:extLst>
          </p:cNvPr>
          <p:cNvSpPr/>
          <p:nvPr/>
        </p:nvSpPr>
        <p:spPr>
          <a:xfrm>
            <a:off x="0" y="7860268"/>
            <a:ext cx="13716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>
                <a:hlinkClick r:id="rId3"/>
              </a:rPr>
              <a:t>http://agilecoachinginstitute.com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054E67-24AD-4B25-89D0-06C3FF6B8926}"/>
              </a:ext>
            </a:extLst>
          </p:cNvPr>
          <p:cNvSpPr/>
          <p:nvPr/>
        </p:nvSpPr>
        <p:spPr>
          <a:xfrm rot="16200000">
            <a:off x="-3386939" y="3386939"/>
            <a:ext cx="822042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Agile Coaching Competency Framework</a:t>
            </a:r>
          </a:p>
        </p:txBody>
      </p:sp>
    </p:spTree>
    <p:extLst>
      <p:ext uri="{BB962C8B-B14F-4D97-AF65-F5344CB8AC3E}">
        <p14:creationId xmlns:p14="http://schemas.microsoft.com/office/powerpoint/2010/main" val="2339607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606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148</TotalTime>
  <Words>150</Words>
  <Application>Microsoft Office PowerPoint</Application>
  <PresentationFormat>Custom</PresentationFormat>
  <Paragraphs>22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Coaching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Mac Ward</dc:creator>
  <cp:lastModifiedBy>Mac Ward</cp:lastModifiedBy>
  <cp:revision>3</cp:revision>
  <dcterms:created xsi:type="dcterms:W3CDTF">2019-04-17T22:04:40Z</dcterms:created>
  <dcterms:modified xsi:type="dcterms:W3CDTF">2019-05-03T14:20:05Z</dcterms:modified>
</cp:coreProperties>
</file>